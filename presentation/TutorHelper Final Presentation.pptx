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5"/>
    <p:sldMasterId id="214748370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Arimo"/>
      <p:regular r:id="rId18"/>
      <p:bold r:id="rId19"/>
      <p:italic r:id="rId20"/>
      <p:boldItalic r:id="rId21"/>
    </p:embeddedFont>
    <p:embeddedFont>
      <p:font typeface="Arimo SemiBold"/>
      <p:regular r:id="rId22"/>
      <p:bold r:id="rId23"/>
      <p:italic r:id="rId24"/>
      <p:boldItalic r:id="rId25"/>
    </p:embeddedFont>
    <p:embeddedFont>
      <p:font typeface="Arimo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562C53-70F0-47A3-B264-A6BB870A5C59}">
  <a:tblStyle styleId="{A9562C53-70F0-47A3-B264-A6BB870A5C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italic.fntdata"/><Relationship Id="rId22" Type="http://schemas.openxmlformats.org/officeDocument/2006/relationships/font" Target="fonts/ArimoSemiBold-regular.fntdata"/><Relationship Id="rId21" Type="http://schemas.openxmlformats.org/officeDocument/2006/relationships/font" Target="fonts/Arimo-boldItalic.fntdata"/><Relationship Id="rId24" Type="http://schemas.openxmlformats.org/officeDocument/2006/relationships/font" Target="fonts/ArimoSemiBold-italic.fntdata"/><Relationship Id="rId23" Type="http://schemas.openxmlformats.org/officeDocument/2006/relationships/font" Target="fonts/Arimo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ArimoMedium-regular.fntdata"/><Relationship Id="rId25" Type="http://schemas.openxmlformats.org/officeDocument/2006/relationships/font" Target="fonts/ArimoSemiBold-boldItalic.fntdata"/><Relationship Id="rId28" Type="http://schemas.openxmlformats.org/officeDocument/2006/relationships/font" Target="fonts/ArimoMedium-italic.fntdata"/><Relationship Id="rId27" Type="http://schemas.openxmlformats.org/officeDocument/2006/relationships/font" Target="fonts/ArimoMedium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ArimoMedium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Arimo-bold.fntdata"/><Relationship Id="rId18" Type="http://schemas.openxmlformats.org/officeDocument/2006/relationships/font" Target="fonts/Arim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96ae73f5b_0_1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a96ae73f5b_0_1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a96ae73f5b_0_1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a96ae73f5b_0_1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a96ae73f5b_0_1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a96ae73f5b_0_1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96ae73f5b_0_1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a96ae73f5b_0_1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a9be4e0db5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a9be4e0db5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a98bd236ab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a98bd236ab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a98bd236ab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a98bd236ab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98bd236ab_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a98bd236ab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a98bd236ab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a98bd236ab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a96ae73f5b_0_1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a96ae73f5b_0_1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56" name="Google Shape;56;p14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" name="Google Shape;57;p14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64" name="Google Shape;64;p15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5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66" name="Google Shape;66;p15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69" name="Google Shape;69;p15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4" name="Google Shape;74;p16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5" name="Google Shape;75;p16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6" name="Google Shape;76;p16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7" name="Google Shape;77;p16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8" name="Google Shape;78;p16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2" name="Google Shape;82;p16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3" name="Google Shape;83;p16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4" name="Google Shape;84;p16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5" name="Google Shape;85;p16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6" name="Google Shape;86;p16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7" name="Google Shape;87;p16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16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2" name="Google Shape;102;p17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3" name="Google Shape;103;p17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4" name="Google Shape;104;p17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5" name="Google Shape;105;p17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6" name="Google Shape;106;p17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8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123" name="Google Shape;123;p19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4" name="Google Shape;124;p19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5" name="Google Shape;125;p19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6" name="Google Shape;126;p19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7" name="Google Shape;127;p19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/>
          <p:cNvPicPr preferRelativeResize="0"/>
          <p:nvPr/>
        </p:nvPicPr>
        <p:blipFill rotWithShape="1">
          <a:blip r:embed="rId2">
            <a:alphaModFix amt="10000"/>
          </a:blip>
          <a:srcRect b="720" l="1068" r="19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9" name="Google Shape;149;p22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54" name="Google Shape;154;p23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55" name="Google Shape;155;p23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63" name="Google Shape;163;p24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24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1" name="Google Shape;171;p25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2" name="Google Shape;172;p2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3" name="Google Shape;173;p25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7" name="Google Shape;177;p2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2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6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1" name="Google Shape;181;p26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2" name="Google Shape;182;p26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3" name="Google Shape;183;p26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6" name="Google Shape;186;p27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7" name="Google Shape;187;p27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8" name="Google Shape;188;p2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89" name="Google Shape;189;p2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0" name="Google Shape;190;p27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27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3" name="Google Shape;193;p27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4" name="Google Shape;194;p27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5" name="Google Shape;195;p27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27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0" name="Google Shape;200;p28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1" name="Google Shape;201;p28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2" name="Google Shape;202;p28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203" name="Google Shape;203;p28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4" name="Google Shape;204;p2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28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1" name="Google Shape;211;p28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2" name="Google Shape;212;p28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9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9" name="Google Shape;219;p29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0" name="Google Shape;220;p29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1" name="Google Shape;221;p29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2" name="Google Shape;222;p29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4" name="Google Shape;224;p29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9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28" name="Google Shape;228;p30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229" name="Google Shape;229;p3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3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31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4" name="Google Shape;234;p31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5" name="Google Shape;235;p31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6" name="Google Shape;236;p31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7" name="Google Shape;237;p31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8" name="Google Shape;238;p31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9" name="Google Shape;239;p31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0" name="Google Shape;240;p31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31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2" name="Google Shape;242;p31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31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50" name="Google Shape;250;p32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1" name="Google Shape;251;p32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2" name="Google Shape;252;p32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" name="Google Shape;253;p3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7" name="Google Shape;257;p33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8" name="Google Shape;258;p33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0" name="Google Shape;260;p33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1" name="Google Shape;261;p33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62" name="Google Shape;262;p33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63" name="Google Shape;263;p33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64" name="Google Shape;264;p33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5" name="Google Shape;265;p33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66" name="Google Shape;266;p33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7" name="Google Shape;267;p33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68" name="Google Shape;268;p33"/>
          <p:cNvCxnSpPr>
            <a:stCxn id="266" idx="1"/>
            <a:endCxn id="266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33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3" name="Google Shape;273;p33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4" name="Google Shape;274;p33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5" name="Google Shape;275;p33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6" name="Google Shape;276;p33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7" name="Google Shape;277;p33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8" name="Google Shape;278;p33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9" name="Google Shape;279;p33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0" name="Google Shape;280;p3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33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84" name="Google Shape;284;p34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85" name="Google Shape;285;p34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6" name="Google Shape;286;p34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7" name="Google Shape;287;p34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8" name="Google Shape;288;p34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9" name="Google Shape;289;p3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90" name="Google Shape;290;p34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1" name="Google Shape;291;p34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2" name="Google Shape;292;p3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95" name="Google Shape;295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3" name="Google Shape;303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4" name="Google Shape;304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14" name="Google Shape;314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5" name="Google Shape;315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20" name="Google Shape;320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5" name="Google Shape;325;p4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6" name="Google Shape;326;p4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4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4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4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3" name="Google Shape;333;p4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36" name="Google Shape;336;p4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7" name="Google Shape;337;p4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9" name="Google Shape;339;p4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4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3" name="Google Shape;343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44" name="Google Shape;344;p4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5" name="Google Shape;345;p4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4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7" name="Google Shape;347;p4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0" name="Google Shape;350;p5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3" name="Google Shape;353;p5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4" name="Google Shape;354;p5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7" name="Google Shape;357;p5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0" name="Google Shape;360;p5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3" name="Google Shape;363;p5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5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5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6" name="Google Shape;36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7" name="Google Shape;367;p5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8" name="Google Shape;368;p5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5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5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5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5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6" name="Google Shape;37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7" name="Google Shape;377;p5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8" name="Google Shape;378;p5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9" name="Google Shape;379;p5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5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5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5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0" name="Google Shape;390;p5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5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5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43" Type="http://schemas.openxmlformats.org/officeDocument/2006/relationships/theme" Target="../theme/theme3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readme.md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6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200"/>
              <a:t>Wilson Sue, Cyrus Villaruz, Elijah Fabon, Jaiden Duncan</a:t>
            </a:r>
            <a:endParaRPr sz="1200"/>
          </a:p>
        </p:txBody>
      </p:sp>
      <p:sp>
        <p:nvSpPr>
          <p:cNvPr id="398" name="Google Shape;398;p56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TutorHelper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4" name="Google Shape;404;p57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Solution: </a:t>
            </a:r>
            <a:r>
              <a:rPr lang="en" sz="2100"/>
              <a:t>TutorHelper is meant to assist us in our </a:t>
            </a:r>
            <a:r>
              <a:rPr lang="en" sz="2100"/>
              <a:t>studies</a:t>
            </a:r>
            <a:r>
              <a:rPr lang="en" sz="2100"/>
              <a:t> using fact checked guardrailedd AI with extensive prompting</a:t>
            </a:r>
            <a:endParaRPr sz="2100"/>
          </a:p>
        </p:txBody>
      </p:sp>
      <p:sp>
        <p:nvSpPr>
          <p:cNvPr id="405" name="Google Shape;405;p57"/>
          <p:cNvSpPr txBox="1"/>
          <p:nvPr>
            <p:ph type="title"/>
          </p:nvPr>
        </p:nvSpPr>
        <p:spPr>
          <a:xfrm>
            <a:off x="625375" y="824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Problem Statement: </a:t>
            </a:r>
            <a:r>
              <a:rPr lang="en" sz="2100"/>
              <a:t>As students we have trouble studying or learning about certain subjects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8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411" name="Google Shape;411;p58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8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8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9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pic>
        <p:nvPicPr>
          <p:cNvPr id="419" name="Google Shape;41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1025" y="346725"/>
            <a:ext cx="1746700" cy="445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0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graphicFrame>
        <p:nvGraphicFramePr>
          <p:cNvPr id="425" name="Google Shape;425;p60"/>
          <p:cNvGraphicFramePr/>
          <p:nvPr/>
        </p:nvGraphicFramePr>
        <p:xfrm>
          <a:off x="3942900" y="271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{A9562C53-70F0-47A3-B264-A6BB870A5C59}</a:tableStyleId>
              </a:tblPr>
              <a:tblGrid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Frontend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Backend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React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Express.js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MaterialUI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Sqlite3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HF Inference Providers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Google AI Studio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1"/>
          <p:cNvSpPr txBox="1"/>
          <p:nvPr>
            <p:ph idx="2" type="subTitle"/>
          </p:nvPr>
        </p:nvSpPr>
        <p:spPr>
          <a:xfrm>
            <a:off x="4496325" y="4169933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/>
              <a:t>Frequent HuggingFace API key generation</a:t>
            </a:r>
            <a:endParaRPr/>
          </a:p>
        </p:txBody>
      </p:sp>
      <p:sp>
        <p:nvSpPr>
          <p:cNvPr id="431" name="Google Shape;431;p61"/>
          <p:cNvSpPr txBox="1"/>
          <p:nvPr>
            <p:ph idx="2" type="subTitle"/>
          </p:nvPr>
        </p:nvSpPr>
        <p:spPr>
          <a:xfrm>
            <a:off x="4496325" y="3231633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/>
              <a:t>Getting the right output from the AI models</a:t>
            </a:r>
            <a:endParaRPr/>
          </a:p>
        </p:txBody>
      </p:sp>
      <p:sp>
        <p:nvSpPr>
          <p:cNvPr id="432" name="Google Shape;432;p61"/>
          <p:cNvSpPr txBox="1"/>
          <p:nvPr>
            <p:ph idx="1" type="subTitle"/>
          </p:nvPr>
        </p:nvSpPr>
        <p:spPr>
          <a:xfrm>
            <a:off x="4496325" y="2293316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/>
              <a:t>Difficulty connecting client and server features</a:t>
            </a:r>
            <a:endParaRPr/>
          </a:p>
        </p:txBody>
      </p:sp>
      <p:sp>
        <p:nvSpPr>
          <p:cNvPr id="433" name="Google Shape;433;p61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Challenges and Solutions</a:t>
            </a:r>
            <a:endParaRPr/>
          </a:p>
        </p:txBody>
      </p:sp>
      <p:sp>
        <p:nvSpPr>
          <p:cNvPr id="434" name="Google Shape;434;p61"/>
          <p:cNvSpPr txBox="1"/>
          <p:nvPr>
            <p:ph idx="1" type="subTitle"/>
          </p:nvPr>
        </p:nvSpPr>
        <p:spPr>
          <a:xfrm>
            <a:off x="4496325" y="141264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/>
              <a:t>Learning new technology frameworks, and tools.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2"/>
          <p:cNvSpPr txBox="1"/>
          <p:nvPr>
            <p:ph idx="1" type="subTitle"/>
          </p:nvPr>
        </p:nvSpPr>
        <p:spPr>
          <a:xfrm>
            <a:off x="4191850" y="810916"/>
            <a:ext cx="4325700" cy="12453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❏"/>
            </a:pPr>
            <a:r>
              <a:rPr lang="en" sz="2200"/>
              <a:t>Scrapped file uploading and visual maps due to scale and dev pacing</a:t>
            </a:r>
            <a:endParaRPr sz="2200"/>
          </a:p>
        </p:txBody>
      </p:sp>
      <p:sp>
        <p:nvSpPr>
          <p:cNvPr id="440" name="Google Shape;440;p62"/>
          <p:cNvSpPr txBox="1"/>
          <p:nvPr>
            <p:ph type="title"/>
          </p:nvPr>
        </p:nvSpPr>
        <p:spPr>
          <a:xfrm>
            <a:off x="277425" y="2056225"/>
            <a:ext cx="3997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Compromises</a:t>
            </a:r>
            <a:endParaRPr/>
          </a:p>
        </p:txBody>
      </p:sp>
      <p:sp>
        <p:nvSpPr>
          <p:cNvPr id="441" name="Google Shape;441;p62"/>
          <p:cNvSpPr txBox="1"/>
          <p:nvPr>
            <p:ph idx="1" type="subTitle"/>
          </p:nvPr>
        </p:nvSpPr>
        <p:spPr>
          <a:xfrm>
            <a:off x="4191850" y="1906341"/>
            <a:ext cx="4325700" cy="12453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❏"/>
            </a:pPr>
            <a:r>
              <a:rPr lang="en" sz="2200"/>
              <a:t>ADHD focused learning methods (eg, </a:t>
            </a:r>
            <a:r>
              <a:rPr lang="en" sz="2200"/>
              <a:t>calendar</a:t>
            </a:r>
            <a:r>
              <a:rPr lang="en" sz="2200"/>
              <a:t>, timer)</a:t>
            </a:r>
            <a:endParaRPr sz="2200"/>
          </a:p>
        </p:txBody>
      </p:sp>
      <p:sp>
        <p:nvSpPr>
          <p:cNvPr id="442" name="Google Shape;442;p62"/>
          <p:cNvSpPr txBox="1"/>
          <p:nvPr>
            <p:ph idx="1" type="subTitle"/>
          </p:nvPr>
        </p:nvSpPr>
        <p:spPr>
          <a:xfrm>
            <a:off x="4191850" y="3256891"/>
            <a:ext cx="4325700" cy="12453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❏"/>
            </a:pPr>
            <a:r>
              <a:rPr lang="en" sz="2200"/>
              <a:t>Changed learning-type detection to user-selected learning type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3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448" name="Google Shape;448;p63"/>
          <p:cNvSpPr txBox="1"/>
          <p:nvPr>
            <p:ph idx="1" type="subTitle"/>
          </p:nvPr>
        </p:nvSpPr>
        <p:spPr>
          <a:xfrm>
            <a:off x="4485450" y="3467192"/>
            <a:ext cx="4325700" cy="13104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/>
              <a:t>Not enough pushing of features - main cause of conflicts</a:t>
            </a:r>
            <a:endParaRPr/>
          </a:p>
        </p:txBody>
      </p:sp>
      <p:sp>
        <p:nvSpPr>
          <p:cNvPr id="449" name="Google Shape;449;p63"/>
          <p:cNvSpPr txBox="1"/>
          <p:nvPr>
            <p:ph idx="1" type="subTitle"/>
          </p:nvPr>
        </p:nvSpPr>
        <p:spPr>
          <a:xfrm>
            <a:off x="4485450" y="2571748"/>
            <a:ext cx="4325700" cy="9843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/>
              <a:t>Code </a:t>
            </a:r>
            <a:r>
              <a:rPr lang="en"/>
              <a:t>compatibility</a:t>
            </a:r>
            <a:r>
              <a:rPr lang="en"/>
              <a:t> checks when merging into main, causing unnecessary refactoring</a:t>
            </a:r>
            <a:endParaRPr/>
          </a:p>
        </p:txBody>
      </p:sp>
      <p:sp>
        <p:nvSpPr>
          <p:cNvPr id="450" name="Google Shape;450;p63"/>
          <p:cNvSpPr txBox="1"/>
          <p:nvPr>
            <p:ph idx="1" type="subTitle"/>
          </p:nvPr>
        </p:nvSpPr>
        <p:spPr>
          <a:xfrm>
            <a:off x="4485450" y="1006023"/>
            <a:ext cx="4325700" cy="9843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/>
              <a:t>Overestimating our time constraint</a:t>
            </a:r>
            <a:endParaRPr/>
          </a:p>
        </p:txBody>
      </p:sp>
      <p:sp>
        <p:nvSpPr>
          <p:cNvPr id="451" name="Google Shape;451;p63"/>
          <p:cNvSpPr txBox="1"/>
          <p:nvPr>
            <p:ph idx="1" type="subTitle"/>
          </p:nvPr>
        </p:nvSpPr>
        <p:spPr>
          <a:xfrm>
            <a:off x="4485450" y="108723"/>
            <a:ext cx="4325700" cy="9843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/>
              <a:t>Meaningful discussions or meetings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4"/>
          <p:cNvSpPr txBox="1"/>
          <p:nvPr>
            <p:ph idx="1" type="subTitle"/>
          </p:nvPr>
        </p:nvSpPr>
        <p:spPr>
          <a:xfrm>
            <a:off x="4474600" y="3418867"/>
            <a:ext cx="4325700" cy="13104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/>
              <a:t>Test features and bug fixes in smaller increments instead of big chunks</a:t>
            </a:r>
            <a:endParaRPr/>
          </a:p>
        </p:txBody>
      </p:sp>
      <p:sp>
        <p:nvSpPr>
          <p:cNvPr id="457" name="Google Shape;457;p64"/>
          <p:cNvSpPr txBox="1"/>
          <p:nvPr>
            <p:ph type="title"/>
          </p:nvPr>
        </p:nvSpPr>
        <p:spPr>
          <a:xfrm>
            <a:off x="277425" y="2056225"/>
            <a:ext cx="3997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Learned</a:t>
            </a:r>
            <a:endParaRPr/>
          </a:p>
        </p:txBody>
      </p:sp>
      <p:sp>
        <p:nvSpPr>
          <p:cNvPr id="458" name="Google Shape;458;p64"/>
          <p:cNvSpPr txBox="1"/>
          <p:nvPr>
            <p:ph idx="1" type="subTitle"/>
          </p:nvPr>
        </p:nvSpPr>
        <p:spPr>
          <a:xfrm>
            <a:off x="4474600" y="2056217"/>
            <a:ext cx="4325700" cy="13104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/>
              <a:t>Check-in with members before pushing</a:t>
            </a:r>
            <a:endParaRPr/>
          </a:p>
        </p:txBody>
      </p:sp>
      <p:sp>
        <p:nvSpPr>
          <p:cNvPr id="459" name="Google Shape;459;p64"/>
          <p:cNvSpPr txBox="1"/>
          <p:nvPr>
            <p:ph idx="1" type="subTitle"/>
          </p:nvPr>
        </p:nvSpPr>
        <p:spPr>
          <a:xfrm>
            <a:off x="4474600" y="1602847"/>
            <a:ext cx="4325700" cy="8832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/>
              <a:t>Update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README.md</a:t>
            </a:r>
            <a:r>
              <a:rPr lang="en"/>
              <a:t> often</a:t>
            </a:r>
            <a:endParaRPr/>
          </a:p>
        </p:txBody>
      </p:sp>
      <p:sp>
        <p:nvSpPr>
          <p:cNvPr id="460" name="Google Shape;460;p64"/>
          <p:cNvSpPr txBox="1"/>
          <p:nvPr>
            <p:ph idx="1" type="subTitle"/>
          </p:nvPr>
        </p:nvSpPr>
        <p:spPr>
          <a:xfrm>
            <a:off x="4474600" y="719647"/>
            <a:ext cx="4325700" cy="8832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/>
              <a:t>Get to the main point in meetings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5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listening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